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Kiosk Admin: Pain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3310128" cy="320040"/>
          </a:xfrm>
          <a:prstGeom prst="roundRect">
            <a:avLst>
              <a:gd name="adj" fmla="val 11429"/>
            </a:avLst>
          </a:prstGeom>
          <a:solidFill>
            <a:srgbClr val="4A148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Remote Management Issues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 /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5453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545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🧑‍🔧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1508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การดูแล Kiosk จำนวนมาก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1764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ตู้ Kiosk กระจายอยู่หลายสถานี แต่ละสถานีมีหลายตู้ — การตรวจสอบสถานะทั้งหมดพร้อมกันเป็นเรื่องยาก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46304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7064" y="15453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1545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1508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การอัพเดทข้อมูล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1764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เสียเวลาและกำลังคนหากต้องลงพื้นที่เพื่อเปลี่ยนประกาศ หรืออัพเดทข้อมูลทีละตู้ ทีละสถานี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0604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" y="26883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2688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2651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การซ่อมบำรุง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" y="2907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ไม่ทราบทันทีเมื่อตู้ Offline หรืออุปกรณ์ขัดข้อง — ต้องรอรายงานจากเจ้าหน้าที่สถานี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56032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60604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Shape 26"/>
          <p:cNvSpPr/>
          <p:nvPr/>
        </p:nvSpPr>
        <p:spPr>
          <a:xfrm>
            <a:off x="6227064" y="26883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6227064" y="2688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66560" y="2651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ขาดข้อมูลเชิงลึก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66560" y="2907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ไม่มีข้อมูลสถิติพฤติกรรมการใช้งาน เช่น คำถามยอดนิยม ช่วงเวลาพีค จำนวนผู้ใช้ต่อตู้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749040"/>
            <a:ext cx="54864" cy="107899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03504" y="38313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" y="3831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143000" y="3794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ระบบแอดมินเดียวไม่เพียงพอ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43000" y="4050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เดิมวางแผนแค่แอดมินคนเดียว แต่เมื่อมีหลายสถานี ต้องการแบ่งสิทธิ์ตามสถานี — ผู้ดูแลแต่ละสถานีควรเห็นเฉพาะตู้ของตัวเอง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45262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📌 พบระหว่างพัฒนา Demo — ความต้องการใช้งานจริง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0760" y="370332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3749040"/>
            <a:ext cx="54864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227064" y="38313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</p:sp>
      <p:sp>
        <p:nvSpPr>
          <p:cNvPr id="42" name="Text 40"/>
          <p:cNvSpPr/>
          <p:nvPr/>
        </p:nvSpPr>
        <p:spPr>
          <a:xfrm>
            <a:off x="6227064" y="3831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766560" y="3794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การจัดการโฆษณาข้ามสถานี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766560" y="4050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เจ้าหน้าที่สถานีไม่ควรสร้างโฆษณาที่แสดงในสถานีอื่น — ต้องมีระบบ Targeting Lock ตามสิทธิ์ของแต่ละ Role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Kiosk Admin: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4498848" cy="320040"/>
          </a:xfrm>
          <a:prstGeom prst="roundRect">
            <a:avLst>
              <a:gd name="adj" fmla="val 11429"/>
            </a:avLst>
          </a:prstGeom>
          <a:solidFill>
            <a:srgbClr val="4A148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4498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Centralized Control &amp; 2-Tier 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/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45720" cy="62179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" y="1527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3E5F5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527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149047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1FA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Centralized Content Management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78992" y="1746504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เปลี่ยน Banner, Popup และข่าวสารได้ทันทีจากระบบหลังบ้าน — ไม่ต้องลงพื้นที่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03704"/>
            <a:ext cx="6400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49424"/>
            <a:ext cx="45720" cy="62179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23134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3E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2313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227685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1FA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Real-time Status Monitoring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78992" y="2532888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ตรวจสอบสถานะ Online/Offline ของทุกตู้ในระบบ พร้อม Avg Uptime 98%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6400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35808"/>
            <a:ext cx="45720" cy="62179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" y="30998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3E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30998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8992" y="306324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1FA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LiveWalk Heatmap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78992" y="3319272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วิเคราะห์ความหนาแน่นของผู้คนในสถานีแบบ Real-time ด้วย DeepTrack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76472"/>
            <a:ext cx="6400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22192"/>
            <a:ext cx="45720" cy="62179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8" name="Shape 26"/>
          <p:cNvSpPr/>
          <p:nvPr/>
        </p:nvSpPr>
        <p:spPr>
          <a:xfrm>
            <a:off x="585216" y="38862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3E5F5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" y="3886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8992" y="384962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1FA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Advanced Analytics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78992" y="4105656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รายงานสถิติคำถามยอดนิยม ช่วงเวลาการใช้งานสูงสุด 57,860+ interactions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562856"/>
            <a:ext cx="6400800" cy="713232"/>
          </a:xfrm>
          <a:prstGeom prst="roundRect">
            <a:avLst>
              <a:gd name="adj" fmla="val 10256"/>
            </a:avLst>
          </a:prstGeom>
          <a:solidFill>
            <a:srgbClr val="FEFBF6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608576"/>
            <a:ext cx="45720" cy="6217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Shape 32"/>
          <p:cNvSpPr/>
          <p:nvPr/>
        </p:nvSpPr>
        <p:spPr>
          <a:xfrm>
            <a:off x="585216" y="467258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3E0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" y="4672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78992" y="463600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2-Tier Admin System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78992" y="489204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Super Admin ควบคุมทุกสถานี — Station Admin ดูแลเฉพาะสถานีตัวเอง แบ่งสิทธิ์อัตโนมัติตาม Login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5349240"/>
            <a:ext cx="6400800" cy="713232"/>
          </a:xfrm>
          <a:prstGeom prst="roundRect">
            <a:avLst>
              <a:gd name="adj" fmla="val 10256"/>
            </a:avLst>
          </a:prstGeom>
          <a:solidFill>
            <a:srgbClr val="FEFBF6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5394960"/>
            <a:ext cx="45720" cy="6217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0" name="Shape 38"/>
          <p:cNvSpPr/>
          <p:nvPr/>
        </p:nvSpPr>
        <p:spPr>
          <a:xfrm>
            <a:off x="585216" y="54589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3E0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" y="5458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78992" y="542239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Station-Targeted Ads &amp; Popup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78992" y="5678424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Super Admin เลือก target ได้ทุกสถานี — Station Admin Targeting Lock เฉพาะสถานีตัวเอง</a:t>
            </a:r>
            <a:endParaRPr lang="en-US" sz="950" dirty="0"/>
          </a:p>
        </p:txBody>
      </p:sp>
      <p:pic>
        <p:nvPicPr>
          <p:cNvPr id="44" name="Image 0" descr="C:\Users\CPL\wendys-oracle\lab\swt-slides\screenshots\kiosk-admin-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17320"/>
            <a:ext cx="4114800" cy="2468880"/>
          </a:xfrm>
          <a:prstGeom prst="ellipse">
            <a:avLst/>
          </a:prstGeom>
          <a:effectLst>
            <a:outerShdw sx="100000" sy="100000" kx="0" ky="0" algn="bl" rotWithShape="0" blurRad="76200" dist="25400" dir="16200000">
              <a:srgbClr val="4a148c">
                <a:alpha val="18000"/>
              </a:srgbClr>
            </a:outerShdw>
          </a:effectLst>
        </p:spPr>
      </p:pic>
      <p:sp>
        <p:nvSpPr>
          <p:cNvPr id="45" name="Shape 42"/>
          <p:cNvSpPr/>
          <p:nvPr/>
        </p:nvSpPr>
        <p:spPr>
          <a:xfrm>
            <a:off x="7498080" y="15087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4A148C"/>
          </a:solidFill>
          <a:ln/>
        </p:spPr>
      </p:sp>
      <p:sp>
        <p:nvSpPr>
          <p:cNvPr id="46" name="Text 43"/>
          <p:cNvSpPr/>
          <p:nvPr/>
        </p:nvSpPr>
        <p:spPr>
          <a:xfrm>
            <a:off x="7498080" y="1508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 Portal Login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406640" y="41148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4A148C"/>
          </a:solidFill>
          <a:ln/>
          <a:effectLst>
            <a:outerShdw sx="100000" sy="100000" kx="0" ky="0" algn="bl" rotWithShape="0" blurRad="50800" dist="25400" dir="16200000">
              <a:srgbClr val="333333">
                <a:alpha val="2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7406640" y="4114800"/>
            <a:ext cx="1965960" cy="800100"/>
          </a:xfrm>
          <a:prstGeom prst="roundRect">
            <a:avLst>
              <a:gd name="adj" fmla="val 13714"/>
            </a:avLst>
          </a:prstGeom>
          <a:solidFill>
            <a:srgbClr val="7B1FA2"/>
          </a:solidFill>
          <a:ln/>
        </p:spPr>
      </p:sp>
      <p:sp>
        <p:nvSpPr>
          <p:cNvPr id="49" name="Text 46"/>
          <p:cNvSpPr/>
          <p:nvPr/>
        </p:nvSpPr>
        <p:spPr>
          <a:xfrm>
            <a:off x="7406640" y="41879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740664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Super Admin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7726680" y="4864608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7726680" y="486460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 / 1234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589520" y="521208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เห็นทุกสถานี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7589520" y="546811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จัดการ Kiosk ทั้งหมด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7589520" y="572414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Target โฆษณาได้อิสระ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7589520" y="598017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ดู Analytics ภาพรวม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9555480" y="41148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565C0"/>
          </a:solidFill>
          <a:ln/>
          <a:effectLst>
            <a:outerShdw sx="100000" sy="100000" kx="0" ky="0" algn="bl" rotWithShape="0" blurRad="50800" dist="25400" dir="16200000">
              <a:srgbClr val="333333">
                <a:alpha val="2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9555480" y="4114800"/>
            <a:ext cx="1965960" cy="800100"/>
          </a:xfrm>
          <a:prstGeom prst="roundRect">
            <a:avLst>
              <a:gd name="adj" fmla="val 13714"/>
            </a:avLst>
          </a:prstGeom>
          <a:solidFill>
            <a:srgbClr val="1E88E5"/>
          </a:solidFill>
          <a:ln/>
        </p:spPr>
      </p:sp>
      <p:sp>
        <p:nvSpPr>
          <p:cNvPr id="59" name="Text 56"/>
          <p:cNvSpPr/>
          <p:nvPr/>
        </p:nvSpPr>
        <p:spPr>
          <a:xfrm>
            <a:off x="9555480" y="41879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60" name="Text 57"/>
          <p:cNvSpPr/>
          <p:nvPr/>
        </p:nvSpPr>
        <p:spPr>
          <a:xfrm>
            <a:off x="955548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Station Admin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9829800" y="4864608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9829800" y="4864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bangkok / 1234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9738360" y="521208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เห็นเฉพาะสถานีตัวเอง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9738360" y="546811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จัดการ Kiosk ของสถานี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9738360" y="572414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🔒 Targeting Lock สถานี</a:t>
            </a:r>
            <a:endParaRPr lang="en-US" sz="950" dirty="0"/>
          </a:p>
        </p:txBody>
      </p:sp>
      <p:sp>
        <p:nvSpPr>
          <p:cNvPr id="66" name="Text 63"/>
          <p:cNvSpPr/>
          <p:nvPr/>
        </p:nvSpPr>
        <p:spPr>
          <a:xfrm>
            <a:off x="9738360" y="598017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ดู Analytics เฉพาะสถานี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7178040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Login เดียว → ระบบแยกสิทธิ์อัตโนมัติ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Kiosk Admin: 2-Tier Access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5330952" cy="320040"/>
          </a:xfrm>
          <a:prstGeom prst="roundRect">
            <a:avLst>
              <a:gd name="adj" fmla="val 11429"/>
            </a:avLst>
          </a:prstGeom>
          <a:solidFill>
            <a:srgbClr val="4A148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5330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Same Login Portal — Different Permissions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/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280160"/>
            <a:ext cx="18288" cy="5303520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9" name="Text 7"/>
          <p:cNvSpPr/>
          <p:nvPr/>
        </p:nvSpPr>
        <p:spPr>
          <a:xfrm>
            <a:off x="5788152" y="365760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88152" y="3657600"/>
            <a:ext cx="420624" cy="347472"/>
          </a:xfrm>
          <a:prstGeom prst="roundRect">
            <a:avLst>
              <a:gd name="adj" fmla="val 15789"/>
            </a:avLst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8152" y="365760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VS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4A148C"/>
          </a:solidFill>
          <a:ln/>
          <a:effectLst>
            <a:outerShdw sx="100000" sy="100000" kx="0" ky="0" algn="bl" rotWithShape="0" blurRad="38100" dist="12700" dir="16200000">
              <a:srgbClr val="3333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👑  Super Admin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0" y="1463040"/>
            <a:ext cx="1463040" cy="320040"/>
          </a:xfrm>
          <a:prstGeom prst="roundRect">
            <a:avLst>
              <a:gd name="adj" fmla="val 11429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463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 / 1234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574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" y="2066544"/>
            <a:ext cx="5422392" cy="292608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" y="2139696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072" y="21396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139696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0665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Kiosk MA — Maintenance &amp; Availability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211226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7B1FA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1122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KIOSK ADMIN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248716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8F9FB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87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ทุกสถานี 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2505456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7B1FA2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250545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กรุงเทพ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401568" y="2505456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E8EBEF"/>
          </a:solidFill>
          <a:ln/>
        </p:spPr>
      </p:sp>
      <p:sp>
        <p:nvSpPr>
          <p:cNvPr id="29" name="Text 27"/>
          <p:cNvSpPr/>
          <p:nvPr/>
        </p:nvSpPr>
        <p:spPr>
          <a:xfrm>
            <a:off x="3401568" y="250545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หัวหิน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151376" y="2505456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E8EBEF"/>
          </a:solidFill>
          <a:ln/>
        </p:spPr>
      </p:sp>
      <p:sp>
        <p:nvSpPr>
          <p:cNvPr id="31" name="Text 29"/>
          <p:cNvSpPr/>
          <p:nvPr/>
        </p:nvSpPr>
        <p:spPr>
          <a:xfrm>
            <a:off x="4151376" y="250545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เชียงใหม่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901184" y="2505456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E8EBEF"/>
          </a:solidFill>
          <a:ln/>
        </p:spPr>
      </p:sp>
      <p:sp>
        <p:nvSpPr>
          <p:cNvPr id="33" name="Text 31"/>
          <p:cNvSpPr/>
          <p:nvPr/>
        </p:nvSpPr>
        <p:spPr>
          <a:xfrm>
            <a:off x="4901184" y="250545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สุราษฎร์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289864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1693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12724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K-01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960120" y="293522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88720" y="289864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291693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88720" y="312724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K-02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691640" y="293522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2" name="Shape 40"/>
          <p:cNvSpPr/>
          <p:nvPr/>
        </p:nvSpPr>
        <p:spPr>
          <a:xfrm>
            <a:off x="1920240" y="289864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291693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20240" y="312724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K-03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423160" y="293522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6" name="Shape 44"/>
          <p:cNvSpPr/>
          <p:nvPr/>
        </p:nvSpPr>
        <p:spPr>
          <a:xfrm>
            <a:off x="2651760" y="289864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291693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651760" y="312724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K-04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154680" y="293522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0" name="Shape 48"/>
          <p:cNvSpPr/>
          <p:nvPr/>
        </p:nvSpPr>
        <p:spPr>
          <a:xfrm>
            <a:off x="3383280" y="289864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0" y="291693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383280" y="312724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K-05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886200" y="293522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4" name="Shape 52"/>
          <p:cNvSpPr/>
          <p:nvPr/>
        </p:nvSpPr>
        <p:spPr>
          <a:xfrm>
            <a:off x="4114800" y="289864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0" y="291693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114800" y="312724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K-06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617720" y="293522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8" name="Shape 56"/>
          <p:cNvSpPr/>
          <p:nvPr/>
        </p:nvSpPr>
        <p:spPr>
          <a:xfrm>
            <a:off x="4846320" y="289864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291693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846320" y="312724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K-07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349240" y="293522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2" name="Shape 60"/>
          <p:cNvSpPr/>
          <p:nvPr/>
        </p:nvSpPr>
        <p:spPr>
          <a:xfrm>
            <a:off x="457200" y="34930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51129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7200" y="372160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K-08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960120" y="352958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88720" y="34930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88720" y="351129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88720" y="372160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K-09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691640" y="352958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0" name="Shape 68"/>
          <p:cNvSpPr/>
          <p:nvPr/>
        </p:nvSpPr>
        <p:spPr>
          <a:xfrm>
            <a:off x="1920240" y="34930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20240" y="351129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920240" y="372160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K-10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2423160" y="352958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4" name="Shape 72"/>
          <p:cNvSpPr/>
          <p:nvPr/>
        </p:nvSpPr>
        <p:spPr>
          <a:xfrm>
            <a:off x="2651760" y="34930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51760" y="351129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651760" y="372160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K-11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3154680" y="352958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8" name="Shape 76"/>
          <p:cNvSpPr/>
          <p:nvPr/>
        </p:nvSpPr>
        <p:spPr>
          <a:xfrm>
            <a:off x="3383280" y="34930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83280" y="351129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383280" y="372160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K-12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3886200" y="352958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2" name="Shape 80"/>
          <p:cNvSpPr/>
          <p:nvPr/>
        </p:nvSpPr>
        <p:spPr>
          <a:xfrm>
            <a:off x="4114800" y="34930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14800" y="351129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114800" y="372160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K-13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617720" y="352958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6" name="Shape 84"/>
          <p:cNvSpPr/>
          <p:nvPr/>
        </p:nvSpPr>
        <p:spPr>
          <a:xfrm>
            <a:off x="4846320" y="34930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46320" y="351129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🖥️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4846320" y="3721608"/>
            <a:ext cx="65836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K-14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5349240" y="352958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0" name="Shape 88"/>
          <p:cNvSpPr/>
          <p:nvPr/>
        </p:nvSpPr>
        <p:spPr>
          <a:xfrm>
            <a:off x="457200" y="4133088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7B1FA2"/>
          </a:solidFill>
          <a:ln/>
        </p:spPr>
      </p:sp>
      <p:sp>
        <p:nvSpPr>
          <p:cNvPr id="91" name="Text 89"/>
          <p:cNvSpPr/>
          <p:nvPr/>
        </p:nvSpPr>
        <p:spPr>
          <a:xfrm>
            <a:off x="457200" y="4133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14 ตู้ · ทุกสถานี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20040" y="45720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2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329184" y="4581144"/>
            <a:ext cx="5422392" cy="292608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94" name="Shape 92"/>
          <p:cNvSpPr/>
          <p:nvPr/>
        </p:nvSpPr>
        <p:spPr>
          <a:xfrm>
            <a:off x="429768" y="4654296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5" name="Shape 93"/>
          <p:cNvSpPr/>
          <p:nvPr/>
        </p:nvSpPr>
        <p:spPr>
          <a:xfrm>
            <a:off x="576072" y="46542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6" name="Shape 94"/>
          <p:cNvSpPr/>
          <p:nvPr/>
        </p:nvSpPr>
        <p:spPr>
          <a:xfrm>
            <a:off x="722376" y="4654296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7" name="Text 95"/>
          <p:cNvSpPr/>
          <p:nvPr/>
        </p:nvSpPr>
        <p:spPr>
          <a:xfrm>
            <a:off x="868680" y="4581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Ads &amp; Popup — Banner Management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457200" y="50017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Target Station: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1554480" y="500176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8F9FB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45920" y="5001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1FA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All Stations ▼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520440" y="5020056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E8F5E9"/>
          </a:solidFill>
          <a:ln/>
        </p:spPr>
      </p:sp>
      <p:sp>
        <p:nvSpPr>
          <p:cNvPr id="102" name="Text 100"/>
          <p:cNvSpPr/>
          <p:nvPr/>
        </p:nvSpPr>
        <p:spPr>
          <a:xfrm>
            <a:off x="3520440" y="50200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เลือกได้อิสระ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57200" y="5367528"/>
            <a:ext cx="5166360" cy="237744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04" name="Text 102"/>
          <p:cNvSpPr/>
          <p:nvPr/>
        </p:nvSpPr>
        <p:spPr>
          <a:xfrm>
            <a:off x="502920" y="5367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Campaign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2423160" y="53675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Target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977640" y="5367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Status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57200" y="5623560"/>
            <a:ext cx="5166360" cy="256032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08" name="Text 106"/>
          <p:cNvSpPr/>
          <p:nvPr/>
        </p:nvSpPr>
        <p:spPr>
          <a:xfrm>
            <a:off x="502920" y="5623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Summer Campaign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2423160" y="5623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ทุกสถานี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023360" y="5660136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</p:spPr>
      </p:sp>
      <p:sp>
        <p:nvSpPr>
          <p:cNvPr id="111" name="Text 109"/>
          <p:cNvSpPr/>
          <p:nvPr/>
        </p:nvSpPr>
        <p:spPr>
          <a:xfrm>
            <a:off x="4023360" y="56601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Active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457200" y="5897880"/>
            <a:ext cx="51663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1"/>
          <p:cNvSpPr/>
          <p:nvPr/>
        </p:nvSpPr>
        <p:spPr>
          <a:xfrm>
            <a:off x="502920" y="5897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Train Delay Alert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2423160" y="5897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กรุงเทพ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4023360" y="5934456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</p:spPr>
      </p:sp>
      <p:sp>
        <p:nvSpPr>
          <p:cNvPr id="116" name="Text 114"/>
          <p:cNvSpPr/>
          <p:nvPr/>
        </p:nvSpPr>
        <p:spPr>
          <a:xfrm>
            <a:off x="4023360" y="593445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Active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457200" y="6172200"/>
            <a:ext cx="5166360" cy="256032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18" name="Text 116"/>
          <p:cNvSpPr/>
          <p:nvPr/>
        </p:nvSpPr>
        <p:spPr>
          <a:xfrm>
            <a:off x="502920" y="6172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Hua Hin Promo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2423160" y="6172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หัวหิน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4023360" y="6208776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/>
        </p:spPr>
      </p:sp>
      <p:sp>
        <p:nvSpPr>
          <p:cNvPr id="121" name="Text 119"/>
          <p:cNvSpPr/>
          <p:nvPr/>
        </p:nvSpPr>
        <p:spPr>
          <a:xfrm>
            <a:off x="4023360" y="620877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Draft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617220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/>
          <a:effectLst>
            <a:outerShdw sx="100000" sy="100000" kx="0" ky="0" algn="bl" rotWithShape="0" blurRad="38100" dist="12700" dir="16200000">
              <a:srgbClr val="333333">
                <a:alpha val="15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6309360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🏢  Station Admin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9784080" y="1463040"/>
            <a:ext cx="1645920" cy="320040"/>
          </a:xfrm>
          <a:prstGeom prst="roundRect">
            <a:avLst>
              <a:gd name="adj" fmla="val 11429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25" name="Text 123"/>
          <p:cNvSpPr/>
          <p:nvPr/>
        </p:nvSpPr>
        <p:spPr>
          <a:xfrm>
            <a:off x="978408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bangkok / 1234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6172200" y="20574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20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6181344" y="2066544"/>
            <a:ext cx="5422392" cy="292608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281928" y="2139696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428232" y="21396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574536" y="2139696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1" name="Text 129"/>
          <p:cNvSpPr/>
          <p:nvPr/>
        </p:nvSpPr>
        <p:spPr>
          <a:xfrm>
            <a:off x="6720840" y="20665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Kiosk MA — Maintenance &amp; Availability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10424160" y="211226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/>
        </p:spPr>
      </p:sp>
      <p:sp>
        <p:nvSpPr>
          <p:cNvPr id="133" name="Text 131"/>
          <p:cNvSpPr/>
          <p:nvPr/>
        </p:nvSpPr>
        <p:spPr>
          <a:xfrm>
            <a:off x="10424160" y="21122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KIOSK ADMIN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6309360" y="2487168"/>
            <a:ext cx="2560320" cy="292608"/>
          </a:xfrm>
          <a:prstGeom prst="roundRect">
            <a:avLst>
              <a:gd name="adj" fmla="val 12500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400800" y="2487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🏷️ สถานีกลางกรุงเทพ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9006840" y="2505456"/>
            <a:ext cx="777240" cy="246888"/>
          </a:xfrm>
          <a:prstGeom prst="roundRect">
            <a:avLst>
              <a:gd name="adj" fmla="val 14815"/>
            </a:avLst>
          </a:prstGeom>
          <a:solidFill>
            <a:srgbClr val="FFF3E0"/>
          </a:solidFill>
          <a:ln/>
        </p:spPr>
      </p:sp>
      <p:sp>
        <p:nvSpPr>
          <p:cNvPr id="137" name="Text 135"/>
          <p:cNvSpPr/>
          <p:nvPr/>
        </p:nvSpPr>
        <p:spPr>
          <a:xfrm>
            <a:off x="9006840" y="2505456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🔒 Fixed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6309360" y="2898648"/>
            <a:ext cx="804672" cy="594360"/>
          </a:xfrm>
          <a:prstGeom prst="roundRect">
            <a:avLst>
              <a:gd name="adj" fmla="val 9231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309360" y="29169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140" name="Text 138"/>
          <p:cNvSpPr/>
          <p:nvPr/>
        </p:nvSpPr>
        <p:spPr>
          <a:xfrm>
            <a:off x="6309360" y="319125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BKK-01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6931152" y="2944368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223760" y="2898648"/>
            <a:ext cx="804672" cy="594360"/>
          </a:xfrm>
          <a:prstGeom prst="roundRect">
            <a:avLst>
              <a:gd name="adj" fmla="val 9231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223760" y="29169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144" name="Text 142"/>
          <p:cNvSpPr/>
          <p:nvPr/>
        </p:nvSpPr>
        <p:spPr>
          <a:xfrm>
            <a:off x="7223760" y="319125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BKK-02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7845552" y="2944368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8138160" y="2898648"/>
            <a:ext cx="804672" cy="594360"/>
          </a:xfrm>
          <a:prstGeom prst="roundRect">
            <a:avLst>
              <a:gd name="adj" fmla="val 9231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138160" y="29169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148" name="Text 146"/>
          <p:cNvSpPr/>
          <p:nvPr/>
        </p:nvSpPr>
        <p:spPr>
          <a:xfrm>
            <a:off x="8138160" y="319125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BKK-03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8759952" y="294436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052560" y="2898648"/>
            <a:ext cx="804672" cy="594360"/>
          </a:xfrm>
          <a:prstGeom prst="roundRect">
            <a:avLst>
              <a:gd name="adj" fmla="val 9231"/>
            </a:avLst>
          </a:prstGeom>
          <a:solidFill>
            <a:srgbClr val="F8F9FB"/>
          </a:solidFill>
          <a:ln w="6350">
            <a:solidFill>
              <a:srgbClr val="E0E3E8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052560" y="29169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152" name="Text 150"/>
          <p:cNvSpPr/>
          <p:nvPr/>
        </p:nvSpPr>
        <p:spPr>
          <a:xfrm>
            <a:off x="9052560" y="319125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BKK-04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9674352" y="2944368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0104120" y="294436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6350">
            <a:solidFill>
              <a:srgbClr val="E0E3E8"/>
            </a:solidFill>
            <a:prstDash val="dash"/>
          </a:ln>
        </p:spPr>
      </p:sp>
      <p:sp>
        <p:nvSpPr>
          <p:cNvPr id="155" name="Text 153"/>
          <p:cNvSpPr/>
          <p:nvPr/>
        </p:nvSpPr>
        <p:spPr>
          <a:xfrm>
            <a:off x="10104120" y="2944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สถานีอื่น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ไม่แสดง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6309360" y="3584448"/>
            <a:ext cx="1645920" cy="237744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/>
        </p:spPr>
      </p:sp>
      <p:sp>
        <p:nvSpPr>
          <p:cNvPr id="157" name="Text 155"/>
          <p:cNvSpPr/>
          <p:nvPr/>
        </p:nvSpPr>
        <p:spPr>
          <a:xfrm>
            <a:off x="6309360" y="35844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ตู้ · เฉพาะกรุงเทพ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6172200" y="45720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20000"/>
              </a:srgbClr>
            </a:outerShdw>
          </a:effectLst>
        </p:spPr>
      </p:sp>
      <p:sp>
        <p:nvSpPr>
          <p:cNvPr id="159" name="Shape 157"/>
          <p:cNvSpPr/>
          <p:nvPr/>
        </p:nvSpPr>
        <p:spPr>
          <a:xfrm>
            <a:off x="6181344" y="4581144"/>
            <a:ext cx="5422392" cy="292608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60" name="Shape 158"/>
          <p:cNvSpPr/>
          <p:nvPr/>
        </p:nvSpPr>
        <p:spPr>
          <a:xfrm>
            <a:off x="6281928" y="4654296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1" name="Shape 159"/>
          <p:cNvSpPr/>
          <p:nvPr/>
        </p:nvSpPr>
        <p:spPr>
          <a:xfrm>
            <a:off x="6428232" y="46542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6574536" y="4654296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3" name="Text 161"/>
          <p:cNvSpPr/>
          <p:nvPr/>
        </p:nvSpPr>
        <p:spPr>
          <a:xfrm>
            <a:off x="6720840" y="4581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Ads &amp; Popup — Banner Management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6309360" y="50017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Target Station: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7406640" y="500176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498080" y="5001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🔒 กรุงเทพ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9372600" y="5020056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FCE4EC"/>
          </a:solidFill>
          <a:ln/>
        </p:spPr>
      </p:sp>
      <p:sp>
        <p:nvSpPr>
          <p:cNvPr id="168" name="Text 166"/>
          <p:cNvSpPr/>
          <p:nvPr/>
        </p:nvSpPr>
        <p:spPr>
          <a:xfrm>
            <a:off x="9372600" y="50200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🔒 Targeting Lock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6309360" y="5367528"/>
            <a:ext cx="5166360" cy="237744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70" name="Text 168"/>
          <p:cNvSpPr/>
          <p:nvPr/>
        </p:nvSpPr>
        <p:spPr>
          <a:xfrm>
            <a:off x="6355080" y="5367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Campaign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8275320" y="53675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Target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9829800" y="5367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Status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6309360" y="5623560"/>
            <a:ext cx="5166360" cy="256032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74" name="Text 172"/>
          <p:cNvSpPr/>
          <p:nvPr/>
        </p:nvSpPr>
        <p:spPr>
          <a:xfrm>
            <a:off x="6355080" y="5623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Summer Campaign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8275320" y="5623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ทุกสถานี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9875520" y="5660136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</p:spPr>
      </p:sp>
      <p:sp>
        <p:nvSpPr>
          <p:cNvPr id="177" name="Text 175"/>
          <p:cNvSpPr/>
          <p:nvPr/>
        </p:nvSpPr>
        <p:spPr>
          <a:xfrm>
            <a:off x="9875520" y="56601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Active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6309360" y="5897880"/>
            <a:ext cx="51663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9" name="Text 177"/>
          <p:cNvSpPr/>
          <p:nvPr/>
        </p:nvSpPr>
        <p:spPr>
          <a:xfrm>
            <a:off x="6355080" y="5897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Train Delay Alert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8275320" y="5897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กรุงเทพ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9875520" y="5934456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</p:spPr>
      </p:sp>
      <p:sp>
        <p:nvSpPr>
          <p:cNvPr id="182" name="Text 180"/>
          <p:cNvSpPr/>
          <p:nvPr/>
        </p:nvSpPr>
        <p:spPr>
          <a:xfrm>
            <a:off x="9875520" y="593445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Active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6309360" y="6172200"/>
            <a:ext cx="516636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4" name="Text 182"/>
          <p:cNvSpPr/>
          <p:nvPr/>
        </p:nvSpPr>
        <p:spPr>
          <a:xfrm>
            <a:off x="6355080" y="6172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trike="sngStrike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Hua Hin Promo</a:t>
            </a:r>
            <a:endParaRPr lang="en-US" sz="800" dirty="0"/>
          </a:p>
        </p:txBody>
      </p:sp>
      <p:sp>
        <p:nvSpPr>
          <p:cNvPr id="185" name="Text 183"/>
          <p:cNvSpPr/>
          <p:nvPr/>
        </p:nvSpPr>
        <p:spPr>
          <a:xfrm>
            <a:off x="8275320" y="6172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หัวหิน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9875520" y="6208776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/>
        </p:spPr>
      </p:sp>
      <p:sp>
        <p:nvSpPr>
          <p:cNvPr id="187" name="Text 185"/>
          <p:cNvSpPr/>
          <p:nvPr/>
        </p:nvSpPr>
        <p:spPr>
          <a:xfrm>
            <a:off x="9875520" y="620877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Hidden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NDF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SWT Kiosk Admin — Pain Points &amp; Solution</dc:subject>
  <dc:creator>NDF</dc:creator>
  <cp:lastModifiedBy>NDF</cp:lastModifiedBy>
  <cp:revision>1</cp:revision>
  <dcterms:created xsi:type="dcterms:W3CDTF">2026-02-24T18:36:29Z</dcterms:created>
  <dcterms:modified xsi:type="dcterms:W3CDTF">2026-02-24T18:36:29Z</dcterms:modified>
</cp:coreProperties>
</file>