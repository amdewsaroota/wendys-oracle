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560320"/>
            <a:ext cx="2743200" cy="50800"/>
          </a:xfrm>
          <a:prstGeom prst="roundRect">
            <a:avLst/>
          </a:prstGeom>
          <a:solidFill>
            <a:srgbClr val="E5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Tahoma"/>
              </a:defRPr>
            </a:pPr>
            <a:r>
              <a:t>Smart Tourism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5C100"/>
                </a:solidFill>
                <a:latin typeface="Tahoma"/>
              </a:defRPr>
            </a:pPr>
            <a:r>
              <a:t>Core System — by NDF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DC3C7"/>
                </a:solidFill>
                <a:latin typeface="Tahoma"/>
              </a:defRPr>
            </a:pPr>
            <a:r>
              <a:t>Core Dashboard  |  Core Database  |  Kiosk  |  Mobile App  |  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Tahoma"/>
              </a:defRPr>
            </a:pPr>
            <a:r>
              <a:t>ระบบจัดการสถานีอัจฉริยะ — ครบวงจร ทุกฟังก์ชัน ทุก User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C100"/>
                </a:solidFill>
                <a:latin typeface="Tahoma"/>
              </a:defRPr>
            </a:pPr>
            <a:r>
              <a:t>NDF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ภาพรวมระบบ — NDF รับผิดชอบอะไร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Core System เป็นหัวใจ — เชื่อมทุกระบบเข้าด้วยกัน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7772400" cy="4937760"/>
          </a:xfrm>
          <a:prstGeom prst="roundRect">
            <a:avLst/>
          </a:prstGeom>
          <a:solidFill>
            <a:srgbClr val="1E2030"/>
          </a:solidFill>
          <a:ln w="381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C100"/>
                </a:solidFill>
                <a:latin typeface="Tahoma"/>
              </a:defRPr>
            </a:pPr>
            <a:r>
              <a:t>NDF — ขอบเขตงานของเรา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737360"/>
            <a:ext cx="3840480" cy="2011680"/>
          </a:xfrm>
          <a:prstGeom prst="roundRect">
            <a:avLst/>
          </a:prstGeom>
          <a:solidFill>
            <a:srgbClr val="2A2500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C100"/>
                </a:solidFill>
                <a:latin typeface="Tahoma"/>
              </a:defRPr>
            </a:pPr>
            <a:r>
              <a:t>Core Dashboard +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Auth กลาง — ออก Token ให้ทุกระบบ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Report &amp; Analytics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User &amp; Role Management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Core Database — ศูนย์ข้อมูลรวม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219456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Tahoma"/>
              </a:defRPr>
            </a:pPr>
            <a:r>
              <a:t>ตู้ Kiosk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ทีมเรา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4114800"/>
            <a:ext cx="219456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Tahoma"/>
              </a:defRPr>
            </a:pPr>
            <a:r>
              <a:t>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ทีมเรา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114800"/>
            <a:ext cx="219456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Tahoma"/>
              </a:defRPr>
            </a:pPr>
            <a: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ทีมเรา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219456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Tahoma"/>
              </a:defRPr>
            </a:pPr>
            <a:r>
              <a:t>Kiosk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5212080"/>
            <a:ext cx="219456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257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Tahoma"/>
              </a:defRPr>
            </a:pPr>
            <a:r>
              <a:t>Web/App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5212080"/>
            <a:ext cx="219456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5257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Tahoma"/>
              </a:defRPr>
            </a:pPr>
            <a:r>
              <a:t>LiveWalk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Tahoma"/>
              </a:defRPr>
            </a:pPr>
            <a:r>
              <a:t>ระบบภายนอก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645920"/>
            <a:ext cx="347472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Tahoma"/>
              </a:defRPr>
            </a:pPr>
            <a:r>
              <a:t>Space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(ทีมอื่น)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2743200"/>
            <a:ext cx="347472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Tahoma"/>
              </a:defRPr>
            </a:pPr>
            <a:r>
              <a:t>IoT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(ทีมอื่น)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840480"/>
            <a:ext cx="347472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Tahoma"/>
              </a:defRPr>
            </a:pPr>
            <a:r>
              <a:t>SRT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(การรถไฟ (ลูกค้า))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C100"/>
                </a:solidFill>
                <a:latin typeface="Tahoma"/>
              </a:defRPr>
            </a:pPr>
            <a:r>
              <a:t>←→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C100"/>
                </a:solidFill>
                <a:latin typeface="Tahoma"/>
              </a:defRPr>
            </a:pPr>
            <a:r>
              <a:t>←→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C100"/>
                </a:solidFill>
                <a:latin typeface="Tahoma"/>
              </a:defRPr>
            </a:pPr>
            <a:r>
              <a:t>←→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5029200"/>
            <a:ext cx="3474720" cy="640080"/>
          </a:xfrm>
          <a:prstGeom prst="roundRect">
            <a:avLst/>
          </a:prstGeom>
          <a:solidFill>
            <a:srgbClr val="2A250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C100"/>
                </a:solidFill>
                <a:latin typeface="Tahoma"/>
              </a:defRPr>
            </a:pPr>
            <a:r>
              <a:t>Integration API — เชื่อมทุกระบบ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User Groups — ใครใช้อะไร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4 กลุ่มผู้ใช้ — NDF ดูแล 3 กลุ่ม ผู้เช่าอยู่ฝั่ง Space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Tahoma"/>
              </a:defRPr>
            </a:pPr>
            <a:r>
              <a:t>นักท่องเที่ยว / ผู้โดยสาร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เข้าผ่าน: Kiosk +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ใช้ตู้ Kiosk ที่สถานี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ใช้ Mobile App (iOS/Android)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ดูตารางรถไฟ จองตั๋ว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นำทาง ค้นหาร้านค้า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สะสม Point / Reward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74320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Tahoma"/>
              </a:defRPr>
            </a:pPr>
            <a:r>
              <a:t>เจ้าหน้าที่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เข้าผ่าน: Core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เข้า Core Dashboard (บางส่วน)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รับแจ้งเหตุ / ช่วยเหลือ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 Report เบื้องต้น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จัดการ Kiosk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74320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C100"/>
                </a:solidFill>
                <a:latin typeface="Tahoma"/>
              </a:defRPr>
            </a:pPr>
            <a:r>
              <a:t>ผู้บริหารระบบ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เข้าผ่าน: Core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เข้า Core Dashboard (ทั้งหมด)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จัดการข้อมูลร้านค้า ผังสถานี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กำหนดสิทธิ์ Role &amp; Permission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 Executive Report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Export ข้อมูล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63040"/>
            <a:ext cx="274320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F8C8D"/>
                </a:solidFill>
                <a:latin typeface="Tahoma"/>
              </a:defRPr>
            </a:pPr>
            <a:r>
              <a:t>ผู้เช่า / ร้านค้า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เข้าผ่าน: Space System (ทีมอื่น)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ลงทะเบียน จองพื้นที่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ชำระเงิน ทำสัญญา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ดูสถิติหน้าร้าน</a:t>
            </a:r>
          </a:p>
          <a:p>
            <a:pPr>
              <a:spcAft>
                <a:spcPts val="800"/>
              </a:spcAft>
              <a:defRPr sz="1200">
                <a:solidFill>
                  <a:srgbClr val="BDC3C7"/>
                </a:solidFill>
                <a:latin typeface="Tahoma"/>
              </a:defRPr>
            </a:pPr>
            <a:r>
              <a:t>(ใช้ Auth จาก Core ของเรา)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ตู้ Kiosk — ภาพรวมฟังก์ชัน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9C12"/>
                </a:solidFill>
                <a:latin typeface="Tahoma"/>
              </a:defRPr>
            </a:pPr>
            <a:r>
              <a:t>จุดให้บริการข้อมูลอัจฉริยะ ติดตั้งในสถานี — สำหรับนักท่องเที่ยว/ผู้โดยสาร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Tahoma"/>
              </a:defRPr>
            </a:pPr>
            <a:r>
              <a:t>AI Character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ตัวละคร AI ต้อนรับ</a:t>
            </a:r>
            <a:br/>
            <a:r>
              <a:t>ดูผ่านหน้าจอ/Smartphone</a:t>
            </a:r>
            <a:br/>
            <a:r>
              <a:t>โต้ตอบภาษาธรรมชาติ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C100"/>
                </a:solidFill>
                <a:latin typeface="Tahoma"/>
              </a:defRPr>
            </a:pPr>
            <a:r>
              <a:t>Voice แนะนำ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STT + TTS หลายภาษา</a:t>
            </a:r>
            <a:br/>
            <a:r>
              <a:t>ไทย/อังกฤษ/จีน/ญี่ปุ่น</a:t>
            </a:r>
            <a:br/>
            <a:r>
              <a:t>ถาม-ตอบด้วยเสียง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Tahoma"/>
              </a:defRPr>
            </a:pPr>
            <a:r>
              <a:t>Tourism / Event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ข้อมูลท่องเที่ยวในพื้นที่</a:t>
            </a:r>
            <a:br/>
            <a:r>
              <a:t>กิจกรรม อีเวนต์</a:t>
            </a:r>
            <a:br/>
            <a:r>
              <a:t>อัพเดทจาก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Tahoma"/>
              </a:defRPr>
            </a:pPr>
            <a:r>
              <a:t>Route Finder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นำทางภายในสถานี</a:t>
            </a:r>
            <a:br/>
            <a:r>
              <a:t>จากจุดปัจจุบัน → ปลายทาง</a:t>
            </a:r>
            <a:br/>
            <a:r>
              <a:t>Interactive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02336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Tahoma"/>
              </a:defRPr>
            </a:pPr>
            <a:r>
              <a:t>Emergency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โทรฉุกเฉิน / แจ้งเหตุ</a:t>
            </a:r>
            <a:br/>
            <a:r>
              <a:t>เชื่อมหน่วยงานโดยตรง</a:t>
            </a:r>
            <a:br/>
            <a:r>
              <a:t>ส่ง alert ถึง Staff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566160" cy="2194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Tahoma"/>
              </a:defRPr>
            </a:pPr>
            <a:r>
              <a:t>Train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ตารางรถไฟ real-time</a:t>
            </a:r>
            <a:br/>
            <a:r>
              <a:t>ข้อมูลจาก SRT API</a:t>
            </a:r>
            <a:br/>
            <a:r>
              <a:t>เวลา / สาย / สถานี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ตู้ Kiosk — AI Assistant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9C12"/>
                </a:solidFill>
                <a:latin typeface="Tahoma"/>
              </a:defRPr>
            </a:pPr>
            <a:r>
              <a:t>สาธิตการถาม-ตอบผ่าน AI Character +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Kiosk — AI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Kiosk — AI Conversation ตรงนี้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Tahoma"/>
              </a:defRPr>
            </a:pPr>
            <a:r>
              <a:t>สิ่งที่เห็นในหน้าจอ: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AI Character แสดงบนหน้าจอ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ผู้ใช้พิมพ์หรือพูดคำถาม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AI ตอบกลับเป็นข้อความ + เสียง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แนะนำเส้นทาง ร้านอาหาร สถานที่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รองรับหลายภาษา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Kiosk API Backend: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• AI/LLM Engine ประมวลผลคำถาม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• Voice STT/TTS แปลงเสียง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• FAQ/Tourism Info ฐานข้อมูล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ตู้ Kiosk — Emergency &amp; Route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Tahoma"/>
              </a:defRPr>
            </a:pPr>
            <a:r>
              <a:t>แจ้งเหตุฉุกเฉิน + นำทางในสถานี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Kiosk — Emergency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Kiosk — Emergency Call ตรงนี้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Kiosk — Route Finder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Kiosk — Route Finder ตรงนี้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Mobile App — ภาพรวมฟังก์ชัน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59B6"/>
                </a:solidFill>
                <a:latin typeface="Tahoma"/>
              </a:defRPr>
            </a:pPr>
            <a:r>
              <a:t>iOS &amp; Android — สำหรับนักท่องเที่ยว/ผู้โดยสาร ใช้ได้ทุกที่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Tahoma"/>
              </a:defRPr>
            </a:pPr>
            <a:r>
              <a:t>ThaiD /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ยืนยันตัวตนผ่าน ThaiD</a:t>
            </a:r>
            <a:br/>
            <a:r>
              <a:t>Email, Social 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Tahoma"/>
              </a:defRPr>
            </a:pPr>
            <a:r>
              <a:t>Train Schedule &amp;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ตารางรถไฟ real-time</a:t>
            </a:r>
            <a:br/>
            <a:r>
              <a:t>จองตั๋ว ชำระเงิน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Tahoma"/>
              </a:defRPr>
            </a:pPr>
            <a:r>
              <a:t>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นำทาง indoor/outdoor</a:t>
            </a:r>
            <a:br/>
            <a:r>
              <a:t>แผนที่สถานี interactive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Tahoma"/>
              </a:defRPr>
            </a:pPr>
            <a:r>
              <a:t>Mini-ChatBot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AI ตอบคำถามเบื้องต้น</a:t>
            </a:r>
            <a:br/>
            <a:r>
              <a:t>ช่วยหาข้อมูล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0040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Tahoma"/>
              </a:defRPr>
            </a:pPr>
            <a:r>
              <a:t>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03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แจ้งเตือน Push / In-app</a:t>
            </a:r>
            <a:br/>
            <a:r>
              <a:t>รถไฟล่าช้า โปรโมชั่น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20040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C100"/>
                </a:solidFill>
                <a:latin typeface="Tahoma"/>
              </a:defRPr>
            </a:pPr>
            <a:r>
              <a:t>Point /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703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สะสมแต้ม แลกรางวัล</a:t>
            </a:r>
            <a:br/>
            <a:r>
              <a:t>History การใช้แต้ม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20040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Tahoma"/>
              </a:defRPr>
            </a:pPr>
            <a:r>
              <a:t>Favorites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03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บันทึกสถานที่/ร้านค้าชอบ</a:t>
            </a:r>
            <a:br/>
            <a:r>
              <a:t>เข้าถึงเร็ว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20040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Tahoma"/>
              </a:defRPr>
            </a:pPr>
            <a: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03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ค้นหาร้านค้า สถานที่</a:t>
            </a:r>
            <a:br/>
            <a:r>
              <a:t>ค้นหาต่อเนื่อง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93776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Tahoma"/>
              </a:defRPr>
            </a:pPr>
            <a:r>
              <a:t>Emergency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440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แจ้งเหตุร้าย</a:t>
            </a:r>
            <a:br/>
            <a:r>
              <a:t>ส่ง alert ถึงเจ้าหน้าที่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93776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Tahoma"/>
              </a:defRPr>
            </a:pPr>
            <a:r>
              <a:t>Payment / Refund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440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ชำระเงินในแอป</a:t>
            </a:r>
            <a:br/>
            <a:r>
              <a:t>ขอคืนเงิน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93776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Tahoma"/>
              </a:defRPr>
            </a:pPr>
            <a:r>
              <a:t>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440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ประวัติการจอง</a:t>
            </a:r>
            <a:br/>
            <a:r>
              <a:t>ประวัติการแจ้งเหตุ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4937760"/>
            <a:ext cx="274320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F8C8D"/>
                </a:solidFill>
                <a:latin typeface="Tahoma"/>
              </a:defRPr>
            </a:pPr>
            <a:r>
              <a:t>Accessibility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440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รองรับหลายภาษา</a:t>
            </a:r>
            <a:br/>
            <a:r>
              <a:t>ThaiD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Mobile App — Train Schedule &amp;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59B6"/>
                </a:solidFill>
                <a:latin typeface="Tahoma"/>
              </a:defRPr>
            </a:pPr>
            <a:r>
              <a:t>ดูตารางรถไฟ real-time + จองตั๋ว (ข้อมูลจาก SRT 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Train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Train Schedule ตรงนี้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Booking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Booking Flow ตรงนี้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Mobile App — Navigation &amp;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Tahoma"/>
              </a:defRPr>
            </a:pPr>
            <a:r>
              <a:t>นำทางในสถานี + Mini-ChatBot ถาม-ตอบ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Navigation ตรงนี้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ChatBot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ChatBot ตรงนี้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Mobile App — Point/Reward &amp; Favorites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สะสมแต้ม แลกของรางวัล + บันทึกสถานที่ชอบ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Point &amp; 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Point &amp; Reward ตรงนี้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Favorites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Favorites ตรงนี้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Mobile App — Notification &amp; Emergency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Tahoma"/>
              </a:defRPr>
            </a:pPr>
            <a:r>
              <a:t>ระบบแจ้งเตือน + แจ้งเหตุร้าย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Notification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Notification ตรงนี้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App — Emergency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App — Emergency Report ตรงนี้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Core Dashboard — หน้าแรก (Overview)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เปิดมาเห็นสถานการณ์สถานีทันที — สำหรับเจ้าหน้าที่ + ผู้บริหาร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Core Dashboard —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7315200" cy="448056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Core Dashboard — Overview ตรงนี้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C100"/>
                </a:solidFill>
                <a:latin typeface="Tahoma"/>
              </a:defRPr>
            </a:pPr>
            <a:r>
              <a:t>ข้อมูลที่แสดง: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จำนวนคนในสถานี (real-time)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จำนวนเที่ยวรถไฟวันนี้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แจ้งเหตุที่รอจัดการ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สถานะ Kiosk ทุกตู้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ผู้ใช้ App วันนี้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บูทที่เปิดอยู่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Heatmap สถานี (Live)</a:t>
            </a:r>
          </a:p>
          <a:p>
            <a:pPr>
              <a:spcAft>
                <a:spcPts val="800"/>
              </a:spcAft>
              <a:defRPr sz="1300">
                <a:solidFill>
                  <a:srgbClr val="BDC3C7"/>
                </a:solidFill>
                <a:latin typeface="Tahoma"/>
              </a:defRPr>
            </a:pPr>
            <a:r>
              <a:t>แจ้งเหตุล่าสุด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1E1E3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C100"/>
                </a:solidFill>
                <a:latin typeface="Tahoma"/>
              </a:defRPr>
            </a:pPr>
            <a:r>
              <a:t>เจ้าหน้าที่เห็น: แจ้งเหตุ + Heatmap + สถานะ Kiosk  |  ผู้บริหารเห็น: ทุกอย่าง + Revenue +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Core Dashboard — User &amp; Role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98DB"/>
                </a:solidFill>
                <a:latin typeface="Tahoma"/>
              </a:defRPr>
            </a:pPr>
            <a:r>
              <a:t>จัดการผู้ใช้ + กำหนดสิทธิ์ตาม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Tahoma"/>
              </a:defRPr>
            </a:pPr>
            <a:r>
              <a:t>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Tahoma"/>
              </a:defRPr>
            </a:pPr>
            <a:r>
              <a:t>"ใครอยู่ในระบบบ้าง?"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ดูรายชื่อ User ทั้งระบบ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เพิ่ม / ลบ / แก้ไขข้อมูล User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Ban / Suspend User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ดูประวัติการใช้งาน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Migrate User จากแอปเดิม (SRT)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475488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User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4754880" cy="11887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User Management ตรงนี้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C100"/>
                </a:solidFill>
                <a:latin typeface="Tahoma"/>
              </a:defRPr>
            </a:pPr>
            <a:r>
              <a:t>Role &amp; 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Tahoma"/>
              </a:defRPr>
            </a:pPr>
            <a:r>
              <a:t>"คนนี้ทำอะไรได้บ้าง?"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สร้าง Role: ผู้บริหาร, เจ้าหน้าที่, Staff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กำหนด Permission แต่ละ Role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เจ้าหน้าที่ดู Report ได้ แต่ลบ User ไม่ได้</a:t>
            </a:r>
          </a:p>
          <a:p>
            <a:pPr>
              <a:spcAft>
                <a:spcPts val="10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Audit Log — ใครทำอะไร เมื่อไหร่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572000"/>
            <a:ext cx="475488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Role &amp; Permission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846320"/>
            <a:ext cx="4754880" cy="118872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166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Role &amp; Permission ตรงนี้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Core Dashboard — Report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รายงานสรุปจากทุกระบบ — ข้อมูล IoT + Space + App รวมที่เดียว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743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C100"/>
                </a:solidFill>
                <a:latin typeface="Tahoma"/>
              </a:defRPr>
            </a:pPr>
            <a:r>
              <a:t>Executive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สรุปสำหรับผู้บริหาร</a:t>
            </a:r>
            <a:br/>
            <a:r>
              <a:t>ตัวเลขสำคัญ + แนวโน้ม</a:t>
            </a:r>
            <a:br/>
            <a:r>
              <a:t>เปรียบเทียบ period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2743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Tahoma"/>
              </a:defRPr>
            </a:pPr>
            <a:r>
              <a:t>Traffic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ข้อมูลจาก IoT sensors</a:t>
            </a:r>
            <a:br/>
            <a:r>
              <a:t>Heatmap, Peak Hours</a:t>
            </a:r>
            <a:br/>
            <a:r>
              <a:t>จำนวนคนต่อโซน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743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Tahoma"/>
              </a:defRPr>
            </a:pPr>
            <a:r>
              <a:t>Revenue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รายได้รวมทุกบูท</a:t>
            </a:r>
            <a:br/>
            <a:r>
              <a:t>อัตราการเติบโต</a:t>
            </a:r>
            <a:br/>
            <a:r>
              <a:t>Revenue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743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Tahoma"/>
              </a:defRPr>
            </a:pPr>
            <a:r>
              <a:t>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3C7"/>
                </a:solidFill>
                <a:latin typeface="Tahoma"/>
              </a:defRPr>
            </a:pPr>
            <a:r>
              <a:t>PDF / Excel</a:t>
            </a:r>
            <a:br/>
            <a:r>
              <a:t>Email อัตโนมัติ</a:t>
            </a:r>
            <a:br/>
            <a:r>
              <a:t>ตั้งเวลาส่ง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274320"/>
          </a:xfrm>
          <a:prstGeom prst="roundRect">
            <a:avLst/>
          </a:prstGeom>
          <a:solidFill>
            <a:srgbClr val="333344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Tahoma"/>
              </a:defRPr>
            </a:pPr>
            <a:r>
              <a:t>●  ●  ●   Report &amp; Analytics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121220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Tahoma"/>
              </a:defRPr>
            </a:pPr>
            <a:r>
              <a:t>[ วางภาพแคป Report &amp; Analytics Dashboard ตรงนี้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ahoma"/>
              </a:defRPr>
            </a:pPr>
            <a:r>
              <a:t>Auth กลาง — ระบบยืนยันตัวตนเดียวใช้ทุกระบบ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Tahoma"/>
              </a:defRPr>
            </a:pPr>
            <a:r>
              <a:t>สมัครทีเดียว Login ได้ทุกที่ — ปลอดภัย ควบคุมจากจุดเดียว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3931920" cy="2560320"/>
          </a:xfrm>
          <a:prstGeom prst="roundRect">
            <a:avLst/>
          </a:prstGeom>
          <a:solidFill>
            <a:srgbClr val="3D1515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Tahoma"/>
              </a:defRPr>
            </a:pPr>
            <a:r>
              <a:t>Core Auth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Login: Email / Social / ThaiD</a:t>
            </a:r>
          </a:p>
          <a:p>
            <a:pPr>
              <a:spcAft>
                <a:spcPts val="8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JWT Token Management</a:t>
            </a:r>
          </a:p>
          <a:p>
            <a:pPr>
              <a:spcAft>
                <a:spcPts val="8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BDC3C7"/>
                </a:solidFill>
                <a:latin typeface="Tahoma"/>
              </a:defRPr>
            </a:pPr>
            <a:r>
              <a:t>Session &amp; Audit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39C12"/>
                </a:solidFill>
                <a:latin typeface="Tahoma"/>
              </a:defRPr>
            </a:pPr>
            <a:r>
              <a:t>ตู้ Kiosk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(NDF)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  <a:latin typeface="Tahoma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(NDF)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Tahoma"/>
              </a:defRPr>
            </a:pPr>
            <a:r>
              <a:t>Admin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(NDF)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F8C8D"/>
                </a:solidFill>
                <a:latin typeface="Tahoma"/>
              </a:defRPr>
            </a:pPr>
            <a:r>
              <a:t>Space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(ทีมอื่น)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01752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F8C8D"/>
                </a:solidFill>
                <a:latin typeface="Tahoma"/>
              </a:defRPr>
            </a:pPr>
            <a:r>
              <a:t>IoT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(ทีมอื่น)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206240"/>
            <a:ext cx="3200400" cy="914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F8C8D"/>
                </a:solidFill>
                <a:latin typeface="Tahoma"/>
              </a:defRPr>
            </a:pPr>
            <a:r>
              <a:t>SRT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Tahoma"/>
              </a:defRPr>
            </a:pPr>
            <a:r>
              <a:t>(การรถไฟ)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91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291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Tahoma"/>
              </a:defRPr>
            </a:pPr>
            <a:r>
              <a:t>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E1E3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Tahoma"/>
              </a:defRPr>
            </a:pPr>
            <a:r>
              <a:t>ตัวอย่าง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Tahoma"/>
              </a:defRPr>
            </a:pPr>
            <a:r>
              <a:t>สมชายสมัครที่ Mobile App → Auth API บันทึกใน Core DB → วันต่อมาแตะ Kiosk → Auth API ยืนยัน → ใช้ได้เลย ไม่ต้องสมัครใหม่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Integration — เชื่อมระบบภายนอก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Core DB รับข้อมูลจาก 3 แหล่ง ผ่าน Integration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57200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Tahoma"/>
              </a:defRPr>
            </a:pPr>
            <a:r>
              <a:t>Space System (ทีมอื่น)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08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ข้อมูลโซน พื้นที่ บูท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Floor Plan + Layout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สถานะพื้นที่ว่าง/ไม่ว่าง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ราคาตาม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457200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Tahoma"/>
              </a:defRPr>
            </a:pPr>
            <a:r>
              <a:t>IoT API (ทีมอื่น)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46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People Counting (sensors)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Heatmap ความหนาแน่น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Movement Flow / Dwell Time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Zone-level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457200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Tahoma"/>
              </a:defRPr>
            </a:pPr>
            <a:r>
              <a:t>SRT API (การรถไฟ (ลูกค้า))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83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ตารางรถไฟ real-time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ข้อมูลสถานี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ระบบ Booking</a:t>
            </a:r>
          </a:p>
          <a:p>
            <a:pPr>
              <a:spcAft>
                <a:spcPts val="400"/>
              </a:spcAft>
              <a:defRPr sz="1100">
                <a:solidFill>
                  <a:srgbClr val="BDC3C7"/>
                </a:solidFill>
                <a:latin typeface="Tahoma"/>
              </a:defRPr>
            </a:pPr>
            <a:r>
              <a:t>Migrate User จากแอปเดิม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5C100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645920"/>
            <a:ext cx="2286000" cy="1371600"/>
          </a:xfrm>
          <a:prstGeom prst="roundRect">
            <a:avLst/>
          </a:prstGeom>
          <a:solidFill>
            <a:srgbClr val="1E1E30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C100"/>
                </a:solidFill>
                <a:latin typeface="Tahoma"/>
              </a:defRPr>
            </a:pPr>
            <a:r>
              <a:t>Integration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Tahoma"/>
              </a:defRPr>
            </a:pPr>
            <a:r>
              <a:t>แปลงข้อมูล</a:t>
            </a:r>
            <a:br/>
            <a:r>
              <a:t>ให้เข้ากับระบบเรา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C100"/>
                </a:solidFill>
                <a:latin typeface="Tahoma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474720"/>
            <a:ext cx="2286000" cy="1371600"/>
          </a:xfrm>
          <a:prstGeom prst="roundRect">
            <a:avLst/>
          </a:prstGeom>
          <a:solidFill>
            <a:srgbClr val="2A2500"/>
          </a:solidFill>
          <a:ln w="381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C100"/>
                </a:solidFill>
                <a:latin typeface="Tahoma"/>
              </a:defRPr>
            </a:pPr>
            <a:r>
              <a:t>Core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023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รวมข้อมูล</a:t>
            </a:r>
            <a:br/>
            <a:r>
              <a:t>Single Source of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Tahoma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463040"/>
            <a:ext cx="32004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C100"/>
                </a:solidFill>
                <a:latin typeface="Tahoma"/>
              </a:defRPr>
            </a:pPr>
            <a:r>
              <a:t>Core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Report,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743200"/>
            <a:ext cx="32004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Tahoma"/>
              </a:defRPr>
            </a:pPr>
            <a:r>
              <a:t>ตู้ Kiosk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แสดงผลข้อมูล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023360"/>
            <a:ext cx="32004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Tahoma"/>
              </a:defRPr>
            </a:pPr>
            <a:r>
              <a:t>Mobile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ให้บริการ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5303519"/>
            <a:ext cx="32004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53492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Tahoma"/>
              </a:defRPr>
            </a:pPr>
            <a:r>
              <a:t>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7607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Tahoma"/>
              </a:defRPr>
            </a:pPr>
            <a:r>
              <a:t>จัดการระบบ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homa"/>
              </a:defRPr>
            </a:pPr>
            <a:r>
              <a:t>Roadmap — แผนการพัฒนา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C100"/>
                </a:solidFill>
                <a:latin typeface="Tahoma"/>
              </a:defRPr>
            </a:pPr>
            <a:r>
              <a:t>แบ่งเป็น 2 Phase — ส่งมอบทีละส่วน มั่นใจได้ว่าทำได้จริง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22223A"/>
          </a:solidFill>
          <a:ln w="381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C100"/>
                </a:solidFill>
                <a:latin typeface="Tahoma"/>
              </a:defRPr>
            </a:pPr>
            <a:r>
              <a:t>Phase 1 — MVP (ทำแน่)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Core Dashboard + Database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Auth กลาง (Login ทุกระบบ)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User &amp; Role Management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ตู้ Kiosk — AI, Route Finder, Train Schedule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Mobile App — Login, Schedule, Booking, Navigation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Admin Dashboard — Kiosk Management, Report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Integration API — เชื่อม Space + IoT + SRT</a:t>
            </a:r>
          </a:p>
          <a:p>
            <a:pPr>
              <a:spcAft>
                <a:spcPts val="1000"/>
              </a:spcAft>
              <a:defRPr sz="1500">
                <a:solidFill>
                  <a:srgbClr val="BDC3C7"/>
                </a:solidFill>
                <a:latin typeface="Tahoma"/>
              </a:defRPr>
            </a:pPr>
            <a:r>
              <a:t>Report &amp; Export (PDF/Excel)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F8C8D"/>
                </a:solidFill>
                <a:latin typeface="Tahoma"/>
              </a:defRPr>
            </a:pPr>
            <a:r>
              <a:t>Phase 2 — Enhancement (ทำภายหลัง)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Point / Reward System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Campaign Management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Advanced Analytics &amp; AI Insights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Advertisement Management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Payment / Refund ในแอป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Mini-ChatBot (Mobile)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Revenue Forecast</a:t>
            </a:r>
          </a:p>
          <a:p>
            <a:pPr>
              <a:spcAft>
                <a:spcPts val="1000"/>
              </a:spcAft>
              <a:defRPr sz="1500">
                <a:solidFill>
                  <a:srgbClr val="7F8C8D"/>
                </a:solidFill>
                <a:latin typeface="Tahoma"/>
              </a:defRPr>
            </a:pPr>
            <a:r>
              <a:t>Multi-language expansion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5C100"/>
                </a:solidFill>
                <a:latin typeface="Tahoma"/>
              </a:defRPr>
            </a:pPr>
            <a:r>
              <a:t>NDF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homa"/>
              </a:defRPr>
            </a:pPr>
            <a:r>
              <a:t>Smart Tourism — Core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474720"/>
            <a:ext cx="3931920" cy="50800"/>
          </a:xfrm>
          <a:prstGeom prst="roundRect">
            <a:avLst/>
          </a:prstGeom>
          <a:solidFill>
            <a:srgbClr val="E5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  <a:latin typeface="Tahoma"/>
              </a:defRPr>
            </a:pPr>
            <a:r>
              <a:t>พร้อมส่งมอบ — ทุกฟังก์ชัน ทุก User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2011680" cy="1371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C3C7"/>
                </a:solidFill>
                <a:latin typeface="Tahoma"/>
              </a:defRPr>
            </a:pPr>
            <a:r>
              <a:t>Frontend</a:t>
            </a:r>
            <a:br/>
            <a:r>
              <a:t>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572000"/>
            <a:ext cx="2011680" cy="1371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C3C7"/>
                </a:solidFill>
                <a:latin typeface="Tahoma"/>
              </a:defRPr>
            </a:pPr>
            <a:r>
              <a:t>Backend</a:t>
            </a:r>
            <a:br/>
            <a:r>
              <a:t>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572000"/>
            <a:ext cx="2011680" cy="1371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C3C7"/>
                </a:solidFill>
                <a:latin typeface="Tahoma"/>
              </a:defRPr>
            </a:pPr>
            <a:r>
              <a:t>Auth กลาง</a:t>
            </a:r>
            <a:br/>
            <a:r>
              <a:t>ทุกระบบ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4572000"/>
            <a:ext cx="2011680" cy="1371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5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5C100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5212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C3C7"/>
                </a:solidFill>
                <a:latin typeface="Tahoma"/>
              </a:defRPr>
            </a:pPr>
            <a:r>
              <a:t>Core</a:t>
            </a:r>
            <a:br/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Tahoma"/>
              </a:defRPr>
            </a:pPr>
            <a:r>
              <a:t>NDF Co., Ltd.  |  Smart Tourism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